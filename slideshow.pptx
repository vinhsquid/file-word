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Sharing Session: Recent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Link Plus | Notify Vue 3 Migration | FrameworkLegacy NuGet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Context &amp; goals</a:t>
            </a:r>
          </a:p>
          <a:p>
            <a:pPr/>
            <a:r>
              <a:t>Link Plus (class-based)</a:t>
            </a:r>
          </a:p>
          <a:p>
            <a:pPr/>
            <a:r>
              <a:t>Notify Vue 3 migration (Composition API)</a:t>
            </a:r>
          </a:p>
          <a:p>
            <a:pPr/>
            <a:r>
              <a:t>FrameworkLegacy NuGet project</a:t>
            </a:r>
          </a:p>
          <a:p>
            <a:pPr/>
            <a:r>
              <a:t>Lessons learned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Plus (Class-Based)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Integrate partner links with unified tracking and reporting</a:t>
            </a:r>
          </a:p>
          <a:p>
            <a:pPr/>
            <a:r>
              <a:t>Stack: Vue 2, TypeScript, class-based components, REST APIs</a:t>
            </a:r>
          </a:p>
          <a:p>
            <a:pPr/>
            <a:r>
              <a:t>Role: Designed data models, built link management UI, tracking hooks</a:t>
            </a:r>
          </a:p>
          <a:p>
            <a:pPr/>
            <a:r>
              <a:t>Highlights: Faster onboarding, audit logs, reduced setup time</a:t>
            </a:r>
          </a:p>
          <a:p>
            <a:pPr/>
            <a:r>
              <a:t>Challenges: Backward compatibility via feature flags/A-B rollout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Notify Migration to Vue 3 (Composition 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Modernize notification center for performance/maintainability</a:t>
            </a:r>
          </a:p>
          <a:p>
            <a:pPr/>
            <a:r>
              <a:t>Stack: Vue 3, Composition API, TypeScript, Pinia, Vite</a:t>
            </a:r>
          </a:p>
          <a:p>
            <a:pPr/>
            <a:r>
              <a:t>Role: Led migration, refactored widget, reusable composables</a:t>
            </a:r>
          </a:p>
          <a:p>
            <a:pPr/>
            <a:r>
              <a:t>Highlights: Smaller bundle, faster renders, accessibility tweaks</a:t>
            </a:r>
          </a:p>
          <a:p>
            <a:pPr/>
            <a:r>
              <a:t>Challenges: Legacy Vue 2 plugins bridged with compat build &amp; gradual conversion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FrameworkLegacy (NuGet)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Shared helpers for legacy .NET apps</a:t>
            </a:r>
          </a:p>
          <a:p>
            <a:pPr/>
            <a:r>
              <a:t>Stack: .NET Framework, NuGet packaging, CI publishing</a:t>
            </a:r>
          </a:p>
          <a:p>
            <a:pPr/>
            <a:r>
              <a:t>Role: Authored utilities, logging &amp; config helpers, automated release</a:t>
            </a:r>
          </a:p>
          <a:p>
            <a:pPr/>
            <a:r>
              <a:t>Highlights: Less duplicate code, standardized logging, CI versioning</a:t>
            </a:r>
          </a:p>
          <a:p>
            <a:pPr/>
            <a:r>
              <a:t>Challenges: Versioning with consumers via semver + deprecation notes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feature flags/compat layers for migrations</a:t>
            </a:r>
          </a:p>
          <a:p>
            <a:pPr/>
            <a:r>
              <a:t>Favor composables/hooks for reuse &amp; tests</a:t>
            </a:r>
          </a:p>
          <a:p>
            <a:pPr/>
            <a:r>
              <a:t>Automate packaging/publishing; add metrics to Link Plus flows</a:t>
            </a:r>
          </a:p>
          <a:p>
            <a:pPr/>
            <a:r>
              <a:t>Expand Vue 3 patterns; publish FrameworkLegacy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
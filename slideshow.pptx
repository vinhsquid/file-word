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Sharing Session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Vue 3 Migration (Link Plus, Notify) | FrameworkLegacy NuGet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Vue 3 Migration</a:t>
            </a:r>
          </a:p>
          <a:p>
            <a:pPr lvl="1"/>
            <a:r>
              <a:rPr sz="2000">
                <a:solidFill>
                  <a:srgbClr val="222222"/>
                </a:solidFill>
              </a:rPr>
              <a:t>  - Link Plus</a:t>
            </a:r>
          </a:p>
          <a:p>
            <a:pPr lvl="1"/>
            <a:r>
              <a:rPr sz="2000">
                <a:solidFill>
                  <a:srgbClr val="222222"/>
                </a:solidFill>
              </a:rPr>
              <a:t>  - Notify</a:t>
            </a:r>
          </a:p>
          <a:p>
            <a:pPr/>
            <a:r>
              <a:rPr sz="2200">
                <a:solidFill>
                  <a:srgbClr val="222222"/>
                </a:solidFill>
              </a:rPr>
              <a:t>FrameworkLegacy NuGet project</a:t>
            </a:r>
          </a:p>
          <a:p>
            <a:pPr/>
            <a:r>
              <a:rPr sz="2200">
                <a:solidFill>
                  <a:srgbClr val="222222"/>
                </a:solidFill>
              </a:rPr>
              <a:t>Lessons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Vue 3 Migration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Link Plus &amp; Notify modernization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Link Plus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Goal: Integrate partner links with unified tracking/reporting</a:t>
            </a:r>
          </a:p>
          <a:p>
            <a:pPr/>
            <a:r>
              <a:rPr sz="2200">
                <a:solidFill>
                  <a:srgbClr val="222222"/>
                </a:solidFill>
              </a:rPr>
              <a:t>Approach: Vue 2 class-based components; feature flags for safe rollout</a:t>
            </a:r>
          </a:p>
          <a:p>
            <a:pPr/>
            <a:r>
              <a:rPr sz="2200">
                <a:solidFill>
                  <a:srgbClr val="222222"/>
                </a:solidFill>
              </a:rPr>
              <a:t>Role: Data model design, link management UI, tracking hooks</a:t>
            </a:r>
          </a:p>
          <a:p>
            <a:pPr/>
            <a:r>
              <a:rPr sz="2200">
                <a:solidFill>
                  <a:srgbClr val="222222"/>
                </a:solidFill>
              </a:rPr>
              <a:t>Highlights: Faster onboarding, audit logs, reduced setup time</a:t>
            </a:r>
          </a:p>
          <a:p>
            <a:pPr/>
            <a:r>
              <a:rPr sz="2200">
                <a:solidFill>
                  <a:srgbClr val="222222"/>
                </a:solidFill>
              </a:rPr>
              <a:t>Risks/mitigation: Backward compatibility via A/B and migration guides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Notify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Goal: Modernize notification center for performance/maintainability</a:t>
            </a:r>
          </a:p>
          <a:p>
            <a:pPr/>
            <a:r>
              <a:rPr sz="2200">
                <a:solidFill>
                  <a:srgbClr val="222222"/>
                </a:solidFill>
              </a:rPr>
              <a:t>Approach: Vue 3 + Composition API, Pinia, Vite; reusable composables</a:t>
            </a:r>
          </a:p>
          <a:p>
            <a:pPr/>
            <a:r>
              <a:rPr sz="2200">
                <a:solidFill>
                  <a:srgbClr val="222222"/>
                </a:solidFill>
              </a:rPr>
              <a:t>Role: Led migration plan, refactored widget, bridged legacy plugins</a:t>
            </a:r>
          </a:p>
          <a:p>
            <a:pPr/>
            <a:r>
              <a:rPr sz="2200">
                <a:solidFill>
                  <a:srgbClr val="222222"/>
                </a:solidFill>
              </a:rPr>
              <a:t>Highlights: Smaller bundle, faster render, accessibility improvements</a:t>
            </a:r>
          </a:p>
          <a:p>
            <a:pPr/>
            <a:r>
              <a:rPr sz="2200">
                <a:solidFill>
                  <a:srgbClr val="222222"/>
                </a:solidFill>
              </a:rPr>
              <a:t>Risks/mitigation: Compat build during transition; gradual module conversion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FrameworkLegacy NuGet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Shared helpers split into NuGet packages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FrameworkLegacy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Goal: Extract shared projects into NuGet for reuse</a:t>
            </a:r>
          </a:p>
          <a:p>
            <a:pPr/>
            <a:r>
              <a:rPr sz="2200">
                <a:solidFill>
                  <a:srgbClr val="222222"/>
                </a:solidFill>
              </a:rPr>
              <a:t>Approach: .NET Framework utilities packaged; CI-driven versioning</a:t>
            </a:r>
          </a:p>
          <a:p>
            <a:pPr/>
            <a:r>
              <a:rPr sz="2200">
                <a:solidFill>
                  <a:srgbClr val="222222"/>
                </a:solidFill>
              </a:rPr>
              <a:t>Role: Authored logging/config helpers; automated publishing</a:t>
            </a:r>
          </a:p>
          <a:p>
            <a:pPr/>
            <a:r>
              <a:rPr sz="2200">
                <a:solidFill>
                  <a:srgbClr val="222222"/>
                </a:solidFill>
              </a:rPr>
              <a:t>Highlights: Less duplicate code; standardized logging; easy consumer updates</a:t>
            </a:r>
          </a:p>
          <a:p>
            <a:pPr/>
            <a:r>
              <a:rPr sz="2200">
                <a:solidFill>
                  <a:srgbClr val="222222"/>
                </a:solidFill>
              </a:rPr>
              <a:t>Integration: Downstream apps add NuGet package instead of direct project refs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Lessons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222222"/>
                </a:solidFill>
              </a:rPr>
              <a:t>Use feature flags/compat layers for migrations</a:t>
            </a:r>
          </a:p>
          <a:p>
            <a:pPr/>
            <a:r>
              <a:rPr sz="2200">
                <a:solidFill>
                  <a:srgbClr val="222222"/>
                </a:solidFill>
              </a:rPr>
              <a:t>Favor composables/hooks for reuse and testability</a:t>
            </a:r>
          </a:p>
          <a:p>
            <a:pPr/>
            <a:r>
              <a:rPr sz="2200">
                <a:solidFill>
                  <a:srgbClr val="222222"/>
                </a:solidFill>
              </a:rPr>
              <a:t>Automate packaging &amp; publishing; track metrics on Link Plus flows</a:t>
            </a:r>
          </a:p>
          <a:p>
            <a:pPr/>
            <a:r>
              <a:rPr sz="2200">
                <a:solidFill>
                  <a:srgbClr val="222222"/>
                </a:solidFill>
              </a:rPr>
              <a:t>Expand Vue 3 patterns; publish FrameworkLegacy roadmap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